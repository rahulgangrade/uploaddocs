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Payment Automation Platform – High Level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UI-driven | Connector-based | No-code Validation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dependency on code for API &amp; DB validation</a:t>
            </a:r>
          </a:p>
          <a:p>
            <a:r>
              <a:t>• Difficult to scale for new countries and APIs</a:t>
            </a:r>
          </a:p>
          <a:p>
            <a:r>
              <a:t>• Limited visibility of rule and transaction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UI-based test case creation</a:t>
            </a:r>
          </a:p>
          <a:p>
            <a:r>
              <a:t>• API &amp; DB connector driven execution</a:t>
            </a:r>
          </a:p>
          <a:p>
            <a:r>
              <a:t>• Dynamic placeholder replacement (UETR, MsgID)</a:t>
            </a:r>
          </a:p>
          <a:p>
            <a:r>
              <a:t>• End-to-end payload and status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creates test case via UI</a:t>
            </a:r>
          </a:p>
          <a:p>
            <a:r>
              <a:t>2. Selects multiple API &amp; DB connectors</a:t>
            </a:r>
          </a:p>
          <a:p>
            <a:r>
              <a:t>3. Runtime IDs generated</a:t>
            </a:r>
          </a:p>
          <a:p>
            <a:r>
              <a:t>4. API invoked and response captured</a:t>
            </a:r>
          </a:p>
          <a:p>
            <a:r>
              <a:t>5. DB payload fetched and compared</a:t>
            </a:r>
          </a:p>
          <a:p>
            <a:r>
              <a:t>6. Status tracked and result published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 Case Creation Module</a:t>
            </a:r>
          </a:p>
          <a:p>
            <a:r>
              <a:t>• API Connector Master</a:t>
            </a:r>
          </a:p>
          <a:p>
            <a:r>
              <a:t>• Database Connector Master</a:t>
            </a:r>
          </a:p>
          <a:p>
            <a:r>
              <a:t>• Test Execution &amp; Validation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No-code automation for payment testing</a:t>
            </a:r>
          </a:p>
          <a:p>
            <a:r>
              <a:t>• Faster onboarding of new APIs &amp; regions</a:t>
            </a:r>
          </a:p>
          <a:p>
            <a:r>
              <a:t>• Improved coverage &amp; auditability</a:t>
            </a:r>
          </a:p>
          <a:p>
            <a:r>
              <a:t>• Reduced maintenance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